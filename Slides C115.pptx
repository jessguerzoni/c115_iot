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antason Bold" charset="1" panose="00000000000000000000"/>
      <p:regular r:id="rId14"/>
    </p:embeddedFont>
    <p:embeddedFont>
      <p:font typeface="Cloud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4906" y="2894013"/>
            <a:ext cx="1301849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INCUBADORA NEONATAL INTELIGENTE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236392" y="923925"/>
            <a:ext cx="1000929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IDÉIA INICIAL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6414" y="2560119"/>
            <a:ext cx="12376375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 objetivo deste projeto é o desenvolvimento de uma incubadora neonatal, utilizada para auxiliar no desenvolvimento de bebês prematuros através de uma temperatura controlada. A ideia da solução IoT é enviar os valores de temperatura remotamente para a equipe de médicos e enfermeiros para que possam ter melhor controle dentro da UTI NeoNatal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71366" y="1296100"/>
            <a:ext cx="1089035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DISPOSITIVOS E SENSORES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1422" y="2824480"/>
            <a:ext cx="12376375" cy="539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ESP32 - microcontrolador com módulos integrados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LED azul: aceso, indica que a temperatura interna é ideal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LED vermelho: para emergencias, um sinal que a temperatura interna não é apropriada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OLED: para mostrar a temperatura atual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Resistor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Simulador Wowki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MQTT para enviar as informações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6753" y="923925"/>
            <a:ext cx="1000929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MERCADO ATUAL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1366" y="2886494"/>
            <a:ext cx="12376375" cy="599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Sistemas como GE Giraffe e Dräger Babyleo já realizam esse controle, mas são limitados a softwares fechados e tem o preço alto.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 uso do ESP32, por ser um hardware livre, pode diminuir os custos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Implementação do LED de emergência para alertas visuais e envio remoto de dados via MQTT em tempo real.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43878" y="1924367"/>
            <a:ext cx="7304312" cy="599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Acompanhamento em tempo real, recebimento de alertas remotos, caso necessário.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Histórico do equipamento para verificar seu funcionamento e poder reparar a tempo se for preciso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Reduz os riscos do bebê não ficar exposto a uma temperatura fora do permitido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257986" y="942975"/>
            <a:ext cx="9266625" cy="78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462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BENEFÍCIOS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4450" y="1264730"/>
            <a:ext cx="9019449" cy="1384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010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RELAÇÃO COM OUTROS DISPOSITIVOS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450" y="3205689"/>
            <a:ext cx="7304312" cy="479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Pode ser integrado com outros sistemas de medição do hospital, de forma a unificar os eventuais alertas para que os dispositivos auxiliem no monitoramento e no aviso imediato, além da possibilidade de integrar com outros sensores, como o de umidade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0429" y="923925"/>
            <a:ext cx="1000929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VIABILIDADE COMERCIAL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" y="3178531"/>
            <a:ext cx="12376375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Pode ser essencial para hospitais menores e hospitais públicos, já que não possuem limitações de orçamento para adquirir produtos com um alto preço de mercado, como é o caso das atuais incubadoras inteligentes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865291" y="2099094"/>
            <a:ext cx="1000929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3605" y="3610292"/>
            <a:ext cx="12376375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 desenvolvimento de um projeto envolvendo IoT para uma incubadora neonatal utilizando ESP32 pode ser essencial para diminuir o custo do produto para que, assim, aumente o acesso a este produto e mais pessoas possam ser beneficiadas com ele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DAHILsApWJ0</dc:identifier>
  <dcterms:modified xsi:type="dcterms:W3CDTF">2011-08-01T06:04:30Z</dcterms:modified>
  <cp:revision>1</cp:revision>
  <dc:title>White and Blue Professional Modern Technology Pitch Deck Presentation</dc:title>
</cp:coreProperties>
</file>